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9"/>
  </p:notesMasterIdLst>
  <p:handoutMasterIdLst>
    <p:handoutMasterId r:id="rId20"/>
  </p:handoutMasterIdLst>
  <p:sldIdLst>
    <p:sldId id="261" r:id="rId4"/>
    <p:sldId id="314" r:id="rId5"/>
    <p:sldId id="322" r:id="rId6"/>
    <p:sldId id="323" r:id="rId7"/>
    <p:sldId id="266" r:id="rId8"/>
    <p:sldId id="341" r:id="rId9"/>
    <p:sldId id="342" r:id="rId10"/>
    <p:sldId id="343" r:id="rId11"/>
    <p:sldId id="344" r:id="rId12"/>
    <p:sldId id="345" r:id="rId13"/>
    <p:sldId id="346" r:id="rId14"/>
    <p:sldId id="340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66" d="100"/>
          <a:sy n="66" d="100"/>
        </p:scale>
        <p:origin x="4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  <a:endParaRPr lang="en-IN" dirty="0"/>
          </a:p>
          <a:p>
            <a:r>
              <a:rPr lang="en-IN" dirty="0"/>
              <a:t>Do not change the Template: Heading / Title of the slides</a:t>
            </a:r>
            <a:endParaRPr lang="en-IN" dirty="0"/>
          </a:p>
          <a:p>
            <a:r>
              <a:rPr lang="en-IN" dirty="0"/>
              <a:t>Do not change font style or colours</a:t>
            </a:r>
            <a:endParaRPr lang="en-IN" dirty="0"/>
          </a:p>
          <a:p>
            <a:r>
              <a:rPr lang="en-IN" dirty="0"/>
              <a:t>Do not copy paste paragraphs: use only Bullet Points</a:t>
            </a:r>
            <a:endParaRPr lang="en-IN" dirty="0"/>
          </a:p>
          <a:p>
            <a:r>
              <a:rPr lang="en-IN" dirty="0"/>
              <a:t>Maximum slide Limit is 20 only</a:t>
            </a:r>
            <a:endParaRPr lang="en-IN" dirty="0"/>
          </a:p>
          <a:p>
            <a:r>
              <a:rPr lang="en-IN" dirty="0"/>
              <a:t>As per the number of supervisor allotted adopt slide-2 or slide-3</a:t>
            </a:r>
            <a:endParaRPr lang="en-IN" dirty="0"/>
          </a:p>
          <a:p>
            <a:r>
              <a:rPr lang="en-IN" dirty="0"/>
              <a:t>Please display the required meaningful Content or images or tables </a:t>
            </a:r>
            <a:endParaRPr lang="en-IN" dirty="0"/>
          </a:p>
          <a:p>
            <a:r>
              <a:rPr lang="en-IN" dirty="0"/>
              <a:t>Change the footer accordingly using insert tab then click on header &amp; footer tab and edit it</a:t>
            </a:r>
            <a:endParaRPr lang="en-IN" dirty="0"/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Design and Development of Responsive Restaurant Website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9495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K.Swathi Sree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2520030410</a:t>
            </a:r>
            <a:br>
              <a:rPr lang="en-US" sz="9600" dirty="0"/>
            </a:br>
            <a:br>
              <a:rPr lang="en-US" sz="9600" dirty="0"/>
            </a:br>
            <a:r>
              <a:rPr lang="en-US" sz="11200" dirty="0" err="1"/>
              <a:t>Cluster:4</a:t>
            </a:r>
            <a:endParaRPr lang="en-US" sz="11200" dirty="0"/>
          </a:p>
          <a:p>
            <a:pPr marL="0" indent="0" algn="ctr">
              <a:buNone/>
            </a:pPr>
            <a:r>
              <a:rPr lang="en-US" sz="11200" dirty="0"/>
              <a:t>Section: 14</a:t>
            </a:r>
            <a:endParaRPr lang="en-US" sz="112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</a:fld>
            <a:endParaRPr lang="en-US"/>
          </a:p>
        </p:txBody>
      </p:sp>
      <p:pic>
        <p:nvPicPr>
          <p:cNvPr id="12" name="Picture 11" descr="A picture containing shap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/>
          <p:cNvSpPr txBox="1"/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  <a:endParaRPr lang="en-US" sz="8600" dirty="0"/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Name:NM Deepika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100" dirty="0"/>
              <a:t>Demonstrates the application of Data Structures and Algorithms in a Pharma Inventory &amp; Billing System.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Uses algorithms such as Searching and Sorting for efficient data management.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Implements List ADT for structured data organization.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Utilizes Linked Lists including Singly, Doubly, and Circular Linked Lists.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Applies Stack for arithmetic expression evaluation and balancing symbols in billing.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Uses Queue, Circular Queue, and Dequeue to manage customer billing flow and order processing.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Implements Hashing for fast medicine lookup in the inventory.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Uses Priority Queue (Binary Heap) to handle near-expiry medicines efficiently.</a:t>
            </a:r>
            <a:endParaRPr lang="en-US" altLang="en-US" sz="11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80085" y="1807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117475" lvl="1" indent="0" algn="just">
              <a:buNone/>
            </a:pPr>
            <a:r>
              <a:rPr lang="en-US" altLang="en-US" dirty="0"/>
              <a:t>Most medical stores use manual record keeping for inventory and billing.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Medicine stock details are maintained in registers or basic spreadsheets.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Tracking expiry dates manually is difficult and time-consuming.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Searching for medicine details takes more time due to lack of automated systems.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Billing calculations are done manually, which may lead to errors.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No efficient system to prioritize near-expiry medicines.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Difficult to manage large amounts of medicine data.</a:t>
            </a:r>
            <a:endParaRPr lang="en-US" altLang="en-US" dirty="0"/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Lack of efficient searching and sorting mechanisms.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 dirty="0"/>
              <a:t>Develop an automated Pharma Inventory &amp; Billing System using Data Structures and Algorithms.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Maintain digital records of medicines, stock, and expiry dates for easy management.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 searching algorithms to quickly find medicine details.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Apply sorting algorithms to organize medicines by price and expiry date.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Implement Linked Lists for efficient storage and management of medicine data.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 Stacks for expression evaluation and billing calculations.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Apply Queues and Circular Queues to manage customer billing flow.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/>
              <a:t>The system is designed with multiple modules to manage pharmacy inventory and billing efficiently.</a:t>
            </a:r>
            <a:endParaRPr lang="en-US" altLang="en-US" sz="1600" dirty="0"/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User Interface Module allows the user to enter medicine details, billing information, and search queries.</a:t>
            </a:r>
            <a:endParaRPr lang="en-US" altLang="en-US" sz="1600" dirty="0"/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Inventory Management Module stores and updates medicine stock, price, and expiry date details.</a:t>
            </a:r>
            <a:endParaRPr lang="en-US" altLang="en-US" sz="1600" dirty="0"/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Data Structures Module implements structures like Linked Lists, Stacks, Queues, Hash Tables, and Priority Queues for efficient data handling.</a:t>
            </a:r>
            <a:endParaRPr lang="en-US" altLang="en-US" sz="1600" dirty="0"/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Searching Module retrieves medicine information quickly using efficient searching algorithms.</a:t>
            </a:r>
            <a:endParaRPr lang="en-US" altLang="en-US" sz="1600" dirty="0"/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Sorting Module organizes medicines based on price, expiry date, or name.</a:t>
            </a:r>
            <a:endParaRPr lang="en-US" altLang="en-US" sz="16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 dirty="0"/>
              <a:t>User Interface Module – Allows users to interact with the system, enter medicine details, search medicines, and generate bills.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Inventory Management Module – Manages medicine stock, price, quantity, and expiry date information.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Searching Module – Uses searching algorithms to quickly find medicine details by ID or name.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Sorting Module – Organizes medicines based on price or expiry date using sorting algorithms.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Billing Module – Generates customer bills and performs price calculations for purchased medicines.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Stack Module – Used for expression evaluation and balancing symbols during billing operations.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Queue Module – Manages customer billing flow using Queue and Circular Queue.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 dirty="0"/>
              <a:t>To design and develop a Pharma Inventory &amp; Billing System using Data Structures and Algorithms.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efficiently manage medicine stock, price, and expiry dates.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implement searching algorithms for quick retrieval of medicine information.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apply sorting algorithms to organize medicines by price and expiry date.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use Linked Lists for efficient storage and management of medicine records.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implement Stacks and Queues for handling billing operations and customer flow.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use Hashing techniques for fast lookup of medicines in the inventory.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285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/>
              <a:t>CO-1: Implemented Searching algorithms using Linear Search to find medicines by ID and Sorting concepts for organizing medicine data like price and expiry date.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CO-2: Designed and implemented Abstract Data Types using Linked Lists. A Singly Linked List is used to store and manage medicine inventory (add and display medicines).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CO-3: Applied Stack concepts for arithmetic expression evaluation in billing operations and Queue concepts for managing customer billing flow.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21995" y="133604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CO-4: Implemented Priority Queue (Binary Heap) to efficiently process near-expiry medicines first based on expiry days.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CO-5: Developed a practical application of Data Structures for managing pharmacy inventory, medicine details, and billing operations.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CO-6: Built a Java-based application using Data Structures concepts, demonstrating real-world implementation of algorithms and data structures in a pharmacy management system.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10" name="Content Placeholder 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6240" y="1877060"/>
            <a:ext cx="5250815" cy="23545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635" y="3611880"/>
            <a:ext cx="4422140" cy="1868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/>
              <a:t>The Pharma Inventory &amp; Billing System demonstrates the practical application of Data Structures and Algorithms in a real-world pharmacy scenario.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The system efficiently manages medicine inventory, expiry dates, and billing operations.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Different data structures like Linked Lists, Stacks, Queues, Hash Tables, and Priority Queues improve data management and processing speed.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Searching and sorting algorithms help retrieve and organize medicine data quickly.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The implementation improves accuracy, efficiency, and speed compared to manual systems.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Overall, the project shows how Data Structures can be used to develop efficient and scalable applications.</a:t>
            </a:r>
            <a:endParaRPr lang="en-US" altLang="en-US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Diagrams: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72515" y="1558290"/>
            <a:ext cx="4202430" cy="4351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3070"/>
            <a:ext cx="4013200" cy="57886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  <a:endParaRPr lang="en-IN" sz="4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6727</Words>
  <Application>WPS Presentation</Application>
  <PresentationFormat>Widescreen</PresentationFormat>
  <Paragraphs>270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Google Sans</vt:lpstr>
      <vt:lpstr>Segoe Print</vt:lpstr>
      <vt:lpstr>Calibri</vt:lpstr>
      <vt:lpstr>Calibri Light</vt:lpstr>
      <vt:lpstr>Microsoft YaHei</vt:lpstr>
      <vt:lpstr>Arial Unicode MS</vt:lpstr>
      <vt:lpstr>Office Theme</vt:lpstr>
      <vt:lpstr>Custom Design</vt:lpstr>
      <vt:lpstr>INSTRUCTIONS</vt:lpstr>
      <vt:lpstr>Title: Design and Development of Responsive Restaurant Website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FWD</vt:lpstr>
      <vt:lpstr>Screenshots for FWD &amp; DSA</vt:lpstr>
      <vt:lpstr>Conclusion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Swathi Kolla</cp:lastModifiedBy>
  <cp:revision>60</cp:revision>
  <dcterms:created xsi:type="dcterms:W3CDTF">2022-05-20T10:20:00Z</dcterms:created>
  <dcterms:modified xsi:type="dcterms:W3CDTF">2026-03-12T07:24:01Z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EC8CE74C719B40A0AB339F5A798191EA_13</vt:lpwstr>
  </property>
  <property fmtid="{D5CDD505-2E9C-101B-9397-08002B2CF9AE}" pid="3" name="KSOProductBuildVer">
    <vt:lpwstr>1033-12.2.0.23196</vt:lpwstr>
  </property>
</Properties>
</file>